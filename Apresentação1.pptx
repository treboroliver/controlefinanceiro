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3205AB-6E53-4878-880D-57FAE1349706}" type="datetimeFigureOut">
              <a:rPr lang="pt-BR" smtClean="0"/>
              <a:t>20/09/2026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70AAF6-7C21-4130-9B8A-21682FBBC4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423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70AAF6-7C21-4130-9B8A-21682FBBC46C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7844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120799-E9C0-240A-813E-886BADDA4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FF194C9-F418-C264-EEB7-B0CD2170DF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5D8C8A-2821-8821-0808-224BCC1C6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259C5-C918-4BA6-BB81-77D095A257B5}" type="datetimeFigureOut">
              <a:rPr lang="pt-BR" smtClean="0"/>
              <a:t>20/09/2026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53BDD3F-0A1E-8797-75E2-E4BC2C7FB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3BFDAE-AAD8-4CC4-CB43-45054A5C9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6CDF6-3AAD-450A-9532-CDC88D223A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4279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1EA0A5-1BA0-0187-7E08-220060CFE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4B8015D-6580-578A-8E6D-AA5A07812C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DFC70E-A4C7-47D9-FCF5-A46968895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259C5-C918-4BA6-BB81-77D095A257B5}" type="datetimeFigureOut">
              <a:rPr lang="pt-BR" smtClean="0"/>
              <a:t>20/09/2026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7F48747-0899-5CB4-2C04-15599CC8A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2C65B97-DA41-6D5A-D7F8-B85234044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6CDF6-3AAD-450A-9532-CDC88D223A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1865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1C351D-2AE1-4839-1576-3E3BD93D7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1E2E033-CA75-E6BA-73A5-AB5AE712B4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0172438-2D56-64CF-303E-8AEEFB22C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259C5-C918-4BA6-BB81-77D095A257B5}" type="datetimeFigureOut">
              <a:rPr lang="pt-BR" smtClean="0"/>
              <a:t>20/09/2026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095A8E6-38E9-9CE5-FAB9-EC1FB8656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E104FA3-C29F-BE7D-31A6-232DA0B57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6CDF6-3AAD-450A-9532-CDC88D223A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5505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E2906B-834F-8108-39E7-062BC88A8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592D19-D96C-2B9E-F62F-1238C0EEBF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19F9F12-0CBB-2430-A8EC-2483D00309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55481D0-D7C6-F0E2-9A43-51EBB7A91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259C5-C918-4BA6-BB81-77D095A257B5}" type="datetimeFigureOut">
              <a:rPr lang="pt-BR" smtClean="0"/>
              <a:t>20/09/2026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563A61B-DD5D-B534-EF46-F7324F14B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8C41CEF-21E5-DCA6-114D-D2FA6625A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6CDF6-3AAD-450A-9532-CDC88D223A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0194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935A35-90A2-7DD1-F58E-E592F793C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5A77D50-15B3-8379-0CDC-5EA14459AE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1675857-C9F5-3657-33D1-671EE3D662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3F16A46-EDBD-46CE-DAD7-39D57613D6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0266C92-A13D-6BF4-465F-6DBC05E558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8E9BD0F-306E-9BF3-CD2B-90BA3EBC9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259C5-C918-4BA6-BB81-77D095A257B5}" type="datetimeFigureOut">
              <a:rPr lang="pt-BR" smtClean="0"/>
              <a:t>20/09/2026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3819BCC-B1E7-23C1-E2C0-52B15DD85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0237292-8480-9D17-56FF-20741F34C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6CDF6-3AAD-450A-9532-CDC88D223A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2051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06EDF6-FF72-6102-F1AA-978441525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C044FC2-9186-1F37-F890-9B26CDFD5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259C5-C918-4BA6-BB81-77D095A257B5}" type="datetimeFigureOut">
              <a:rPr lang="pt-BR" smtClean="0"/>
              <a:t>20/09/2026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7249337-6D19-EB99-268C-C261C0966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CD5CF5B-AAD4-2324-0606-D86B0C9CC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6CDF6-3AAD-450A-9532-CDC88D223A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0909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1B6E96B-4A69-AFF9-D38E-E1F143583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259C5-C918-4BA6-BB81-77D095A257B5}" type="datetimeFigureOut">
              <a:rPr lang="pt-BR" smtClean="0"/>
              <a:t>20/09/2026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F4CCB46-72A1-E5DD-3193-C2C06EF78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E256170-DEAB-41B3-21FA-E092EFC3A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6CDF6-3AAD-450A-9532-CDC88D223A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926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86E8DE-23F7-CE1D-CA7C-AD9C14130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C1E01A-866C-D71A-D467-4EFFE0222A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1E351B3-01F4-26C0-C036-CAF6F66C2E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43F53A4-5896-D62B-E468-2BC2D4229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259C5-C918-4BA6-BB81-77D095A257B5}" type="datetimeFigureOut">
              <a:rPr lang="pt-BR" smtClean="0"/>
              <a:t>20/09/2026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66CB6AF-1328-3C23-BE28-4A971318D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5E3A4D9-2FD7-EF1B-A5B2-5BB529E10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6CDF6-3AAD-450A-9532-CDC88D223A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71839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019CFD-8A7F-9759-D51A-732E4910B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30881F2-0005-A80D-B4A2-30B45A8B178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9DBE0DB-D294-2E74-FFB7-77D9FB4870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C77A15A-5AF2-FB15-6FFD-F6D52EDA0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259C5-C918-4BA6-BB81-77D095A257B5}" type="datetimeFigureOut">
              <a:rPr lang="pt-BR" smtClean="0"/>
              <a:t>20/09/2026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0B72025-6EB3-6690-7ACD-337411CA9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F962077-6597-37AF-AB13-5B4EB5D05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6CDF6-3AAD-450A-9532-CDC88D223A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237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0D1CC2-9EF3-86F7-93E0-EB2F739C2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8F1E069-C4B3-9D43-E04F-6C9D7A5B9B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A3B0387-2DA3-12A3-37A4-883CD9B50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259C5-C918-4BA6-BB81-77D095A257B5}" type="datetimeFigureOut">
              <a:rPr lang="pt-BR" smtClean="0"/>
              <a:t>20/09/2026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18DC71C-A8A7-9C30-7E7A-67C1ADDD0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B2254A4-F267-A62D-CA0C-14D299B14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6CDF6-3AAD-450A-9532-CDC88D223A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8701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89D4FC1-8E50-3039-7C01-B93D24D3F4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A03D727-6F17-3F56-E94E-A6C0D4F3AB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FD51F4-A4D9-B4DB-6E67-B397687F2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259C5-C918-4BA6-BB81-77D095A257B5}" type="datetimeFigureOut">
              <a:rPr lang="pt-BR" smtClean="0"/>
              <a:t>20/09/2026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72CAEF-A14C-21ED-BB64-C0AD739A2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25B8CC-898F-3170-4747-2D43DD58D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6CDF6-3AAD-450A-9532-CDC88D223A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5509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5E6102B-9AA7-42E6-FEF3-A83F557BE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1652A53-D3B4-C56B-6D32-903C0800BC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6EC5D81-7642-BAAD-0A85-057DB39066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5259C5-C918-4BA6-BB81-77D095A257B5}" type="datetimeFigureOut">
              <a:rPr lang="pt-BR" smtClean="0"/>
              <a:t>20/09/2026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ACB55D4-B4F0-452D-3198-5AF1083C24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0A10D66-F76C-5873-178E-B0E4837455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B6CDF6-3AAD-450A-9532-CDC88D223A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9227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8F8CBA9D-F0AF-4EFA-FC32-64A875AB61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934" y="85666"/>
            <a:ext cx="1295581" cy="838317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B06BC8F6-469B-B159-BD4F-0A9BEEB80A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2520" y="85666"/>
            <a:ext cx="1686160" cy="87642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8F41021-13AA-8086-EA9F-9C130667D2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1" y="1118984"/>
            <a:ext cx="3076574" cy="3213545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DF8BC23A-9C0F-B065-62F1-779EC916CB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5685" y="207617"/>
            <a:ext cx="6832758" cy="4548692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7388E559-8C13-FC62-325C-B04DE15650F1}"/>
              </a:ext>
            </a:extLst>
          </p:cNvPr>
          <p:cNvSpPr/>
          <p:nvPr/>
        </p:nvSpPr>
        <p:spPr>
          <a:xfrm>
            <a:off x="4295685" y="457200"/>
            <a:ext cx="752970" cy="3745149"/>
          </a:xfrm>
          <a:prstGeom prst="rect">
            <a:avLst/>
          </a:prstGeom>
          <a:noFill/>
          <a:ln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Texto Explicativo: Linha 12">
            <a:extLst>
              <a:ext uri="{FF2B5EF4-FFF2-40B4-BE49-F238E27FC236}">
                <a16:creationId xmlns:a16="http://schemas.microsoft.com/office/drawing/2014/main" id="{9BC8FEA6-173D-B180-476B-5B86311B5A32}"/>
              </a:ext>
            </a:extLst>
          </p:cNvPr>
          <p:cNvSpPr/>
          <p:nvPr/>
        </p:nvSpPr>
        <p:spPr>
          <a:xfrm>
            <a:off x="3248142" y="3649899"/>
            <a:ext cx="981075" cy="552450"/>
          </a:xfrm>
          <a:prstGeom prst="borderCallout1">
            <a:avLst>
              <a:gd name="adj1" fmla="val -216"/>
              <a:gd name="adj2" fmla="val 99130"/>
              <a:gd name="adj3" fmla="val -42672"/>
              <a:gd name="adj4" fmla="val 105994"/>
            </a:avLst>
          </a:prstGeom>
          <a:solidFill>
            <a:srgbClr val="EE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Remover isto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777F2146-CB3B-EE10-4AA1-7E6AE6465867}"/>
              </a:ext>
            </a:extLst>
          </p:cNvPr>
          <p:cNvSpPr txBox="1"/>
          <p:nvPr/>
        </p:nvSpPr>
        <p:spPr>
          <a:xfrm>
            <a:off x="4887393" y="4147863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EE0000"/>
                </a:solidFill>
              </a:rPr>
              <a:t>X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A47B774A-7911-2D17-C099-78366C72E241}"/>
              </a:ext>
            </a:extLst>
          </p:cNvPr>
          <p:cNvSpPr txBox="1"/>
          <p:nvPr/>
        </p:nvSpPr>
        <p:spPr>
          <a:xfrm>
            <a:off x="7389540" y="4147863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EE0000"/>
                </a:solidFill>
              </a:rPr>
              <a:t>X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D4ED62EF-4352-4A64-E354-B046A28DCEB8}"/>
              </a:ext>
            </a:extLst>
          </p:cNvPr>
          <p:cNvSpPr txBox="1"/>
          <p:nvPr/>
        </p:nvSpPr>
        <p:spPr>
          <a:xfrm>
            <a:off x="9891687" y="4147863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EE0000"/>
                </a:solidFill>
              </a:rPr>
              <a:t>X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F8614330-29B3-9C04-600A-4CC3721E5E90}"/>
              </a:ext>
            </a:extLst>
          </p:cNvPr>
          <p:cNvSpPr txBox="1"/>
          <p:nvPr/>
        </p:nvSpPr>
        <p:spPr>
          <a:xfrm>
            <a:off x="7389540" y="4386977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EE0000"/>
                </a:solidFill>
              </a:rPr>
              <a:t>X</a:t>
            </a:r>
          </a:p>
        </p:txBody>
      </p: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3A0EE353-B349-4163-7ACA-E79ECF1975FD}"/>
              </a:ext>
            </a:extLst>
          </p:cNvPr>
          <p:cNvCxnSpPr/>
          <p:nvPr/>
        </p:nvCxnSpPr>
        <p:spPr>
          <a:xfrm>
            <a:off x="4295685" y="457200"/>
            <a:ext cx="752970" cy="3745149"/>
          </a:xfrm>
          <a:prstGeom prst="line">
            <a:avLst/>
          </a:prstGeom>
          <a:ln>
            <a:solidFill>
              <a:srgbClr val="EE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to 25">
            <a:extLst>
              <a:ext uri="{FF2B5EF4-FFF2-40B4-BE49-F238E27FC236}">
                <a16:creationId xmlns:a16="http://schemas.microsoft.com/office/drawing/2014/main" id="{70B09DD3-7D45-E54F-E5DE-33563C4B4153}"/>
              </a:ext>
            </a:extLst>
          </p:cNvPr>
          <p:cNvCxnSpPr/>
          <p:nvPr/>
        </p:nvCxnSpPr>
        <p:spPr>
          <a:xfrm flipH="1">
            <a:off x="4295685" y="504824"/>
            <a:ext cx="752970" cy="3697525"/>
          </a:xfrm>
          <a:prstGeom prst="line">
            <a:avLst/>
          </a:prstGeom>
          <a:ln>
            <a:solidFill>
              <a:srgbClr val="EE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tângulo 27">
            <a:extLst>
              <a:ext uri="{FF2B5EF4-FFF2-40B4-BE49-F238E27FC236}">
                <a16:creationId xmlns:a16="http://schemas.microsoft.com/office/drawing/2014/main" id="{262C8809-842A-E462-AC27-E80188C7F22F}"/>
              </a:ext>
            </a:extLst>
          </p:cNvPr>
          <p:cNvSpPr/>
          <p:nvPr/>
        </p:nvSpPr>
        <p:spPr>
          <a:xfrm>
            <a:off x="7588643" y="163601"/>
            <a:ext cx="2625567" cy="341224"/>
          </a:xfrm>
          <a:prstGeom prst="rect">
            <a:avLst/>
          </a:prstGeom>
          <a:noFill/>
          <a:ln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Texto Explicativo: Linha 29">
            <a:extLst>
              <a:ext uri="{FF2B5EF4-FFF2-40B4-BE49-F238E27FC236}">
                <a16:creationId xmlns:a16="http://schemas.microsoft.com/office/drawing/2014/main" id="{1D57EA4D-8C63-AAA3-9F54-B05F08CA7778}"/>
              </a:ext>
            </a:extLst>
          </p:cNvPr>
          <p:cNvSpPr/>
          <p:nvPr/>
        </p:nvSpPr>
        <p:spPr>
          <a:xfrm>
            <a:off x="5791516" y="228599"/>
            <a:ext cx="1188118" cy="341224"/>
          </a:xfrm>
          <a:prstGeom prst="borderCallout1">
            <a:avLst>
              <a:gd name="adj1" fmla="val -216"/>
              <a:gd name="adj2" fmla="val 99130"/>
              <a:gd name="adj3" fmla="val 56753"/>
              <a:gd name="adj4" fmla="val 151714"/>
            </a:avLst>
          </a:prstGeom>
          <a:solidFill>
            <a:srgbClr val="EE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centralizar</a:t>
            </a:r>
          </a:p>
        </p:txBody>
      </p:sp>
      <p:pic>
        <p:nvPicPr>
          <p:cNvPr id="32" name="Imagem 31">
            <a:extLst>
              <a:ext uri="{FF2B5EF4-FFF2-40B4-BE49-F238E27FC236}">
                <a16:creationId xmlns:a16="http://schemas.microsoft.com/office/drawing/2014/main" id="{73607E6E-A9B9-1E3A-7851-D792331FA55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850" y="4652751"/>
            <a:ext cx="10804593" cy="2205249"/>
          </a:xfrm>
          <a:prstGeom prst="rect">
            <a:avLst/>
          </a:prstGeom>
        </p:spPr>
      </p:pic>
      <p:grpSp>
        <p:nvGrpSpPr>
          <p:cNvPr id="36" name="Agrupar 35">
            <a:extLst>
              <a:ext uri="{FF2B5EF4-FFF2-40B4-BE49-F238E27FC236}">
                <a16:creationId xmlns:a16="http://schemas.microsoft.com/office/drawing/2014/main" id="{00434B27-A857-4D7D-83DD-5DF45327E1F2}"/>
              </a:ext>
            </a:extLst>
          </p:cNvPr>
          <p:cNvGrpSpPr/>
          <p:nvPr/>
        </p:nvGrpSpPr>
        <p:grpSpPr>
          <a:xfrm>
            <a:off x="476251" y="4652751"/>
            <a:ext cx="1124185" cy="2119583"/>
            <a:chOff x="4448085" y="609600"/>
            <a:chExt cx="752970" cy="3745149"/>
          </a:xfrm>
        </p:grpSpPr>
        <p:sp>
          <p:nvSpPr>
            <p:cNvPr id="33" name="Retângulo 32">
              <a:extLst>
                <a:ext uri="{FF2B5EF4-FFF2-40B4-BE49-F238E27FC236}">
                  <a16:creationId xmlns:a16="http://schemas.microsoft.com/office/drawing/2014/main" id="{6DBBE968-912A-B504-AF37-B757C85956C9}"/>
                </a:ext>
              </a:extLst>
            </p:cNvPr>
            <p:cNvSpPr/>
            <p:nvPr/>
          </p:nvSpPr>
          <p:spPr>
            <a:xfrm>
              <a:off x="4448085" y="609600"/>
              <a:ext cx="752970" cy="3745149"/>
            </a:xfrm>
            <a:prstGeom prst="rect">
              <a:avLst/>
            </a:prstGeom>
            <a:noFill/>
            <a:ln>
              <a:solidFill>
                <a:srgbClr val="EE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34" name="Conector reto 33">
              <a:extLst>
                <a:ext uri="{FF2B5EF4-FFF2-40B4-BE49-F238E27FC236}">
                  <a16:creationId xmlns:a16="http://schemas.microsoft.com/office/drawing/2014/main" id="{BCBC8E6C-F1CC-19BC-BAF8-01567EA75EF1}"/>
                </a:ext>
              </a:extLst>
            </p:cNvPr>
            <p:cNvCxnSpPr/>
            <p:nvPr/>
          </p:nvCxnSpPr>
          <p:spPr>
            <a:xfrm>
              <a:off x="4448085" y="609600"/>
              <a:ext cx="752970" cy="3745149"/>
            </a:xfrm>
            <a:prstGeom prst="line">
              <a:avLst/>
            </a:prstGeom>
            <a:ln>
              <a:solidFill>
                <a:srgbClr val="EE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to 34">
              <a:extLst>
                <a:ext uri="{FF2B5EF4-FFF2-40B4-BE49-F238E27FC236}">
                  <a16:creationId xmlns:a16="http://schemas.microsoft.com/office/drawing/2014/main" id="{A4307DC5-F07B-2C78-12DF-7569AA4F1A84}"/>
                </a:ext>
              </a:extLst>
            </p:cNvPr>
            <p:cNvCxnSpPr/>
            <p:nvPr/>
          </p:nvCxnSpPr>
          <p:spPr>
            <a:xfrm flipH="1">
              <a:off x="4448085" y="657224"/>
              <a:ext cx="752970" cy="3697525"/>
            </a:xfrm>
            <a:prstGeom prst="line">
              <a:avLst/>
            </a:prstGeom>
            <a:ln>
              <a:solidFill>
                <a:srgbClr val="EE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D3372707-0236-86EE-438A-A93DA2ACFBAC}"/>
              </a:ext>
            </a:extLst>
          </p:cNvPr>
          <p:cNvSpPr txBox="1"/>
          <p:nvPr/>
        </p:nvSpPr>
        <p:spPr>
          <a:xfrm>
            <a:off x="1752837" y="6581001"/>
            <a:ext cx="4446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b="1" dirty="0"/>
              <a:t>JAN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95F202E5-29C4-6C6F-E06A-BB2C24BFD1DE}"/>
              </a:ext>
            </a:extLst>
          </p:cNvPr>
          <p:cNvSpPr txBox="1"/>
          <p:nvPr/>
        </p:nvSpPr>
        <p:spPr>
          <a:xfrm>
            <a:off x="2349912" y="6581000"/>
            <a:ext cx="4503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b="1" dirty="0"/>
              <a:t>FEV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CEEDFC26-5332-E203-B043-C757041897CF}"/>
              </a:ext>
            </a:extLst>
          </p:cNvPr>
          <p:cNvSpPr txBox="1"/>
          <p:nvPr/>
        </p:nvSpPr>
        <p:spPr>
          <a:xfrm>
            <a:off x="3029423" y="6580999"/>
            <a:ext cx="5052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b="1" dirty="0"/>
              <a:t>MAR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21119825-A9DB-A579-A3CC-E60E54D02739}"/>
              </a:ext>
            </a:extLst>
          </p:cNvPr>
          <p:cNvSpPr txBox="1"/>
          <p:nvPr/>
        </p:nvSpPr>
        <p:spPr>
          <a:xfrm>
            <a:off x="3665513" y="6580998"/>
            <a:ext cx="4732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b="1" dirty="0"/>
              <a:t>ABR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EC7C6319-08C0-4FF8-E2A4-329B4D62CCD4}"/>
              </a:ext>
            </a:extLst>
          </p:cNvPr>
          <p:cNvSpPr txBox="1"/>
          <p:nvPr/>
        </p:nvSpPr>
        <p:spPr>
          <a:xfrm>
            <a:off x="4366602" y="6581001"/>
            <a:ext cx="4523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b="1" dirty="0"/>
              <a:t>MAI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7B6BD66F-26AA-D02B-C237-E8159DC4753A}"/>
              </a:ext>
            </a:extLst>
          </p:cNvPr>
          <p:cNvSpPr txBox="1"/>
          <p:nvPr/>
        </p:nvSpPr>
        <p:spPr>
          <a:xfrm>
            <a:off x="4996958" y="6580997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b="1" dirty="0"/>
              <a:t>JUN</a:t>
            </a:r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FB9D0838-4E64-30A8-723E-C0A4B9EB9975}"/>
              </a:ext>
            </a:extLst>
          </p:cNvPr>
          <p:cNvSpPr txBox="1"/>
          <p:nvPr/>
        </p:nvSpPr>
        <p:spPr>
          <a:xfrm>
            <a:off x="5650882" y="6580996"/>
            <a:ext cx="4267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b="1" dirty="0"/>
              <a:t>JUL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2813A251-22AD-58F0-91EC-9B53B36EA2F3}"/>
              </a:ext>
            </a:extLst>
          </p:cNvPr>
          <p:cNvSpPr txBox="1"/>
          <p:nvPr/>
        </p:nvSpPr>
        <p:spPr>
          <a:xfrm>
            <a:off x="6281238" y="6580995"/>
            <a:ext cx="5021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b="1" dirty="0"/>
              <a:t>AGO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1961E1F2-D975-D79C-C162-14E8D545E2FE}"/>
              </a:ext>
            </a:extLst>
          </p:cNvPr>
          <p:cNvSpPr txBox="1"/>
          <p:nvPr/>
        </p:nvSpPr>
        <p:spPr>
          <a:xfrm>
            <a:off x="6958497" y="6580994"/>
            <a:ext cx="4427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b="1" dirty="0"/>
              <a:t>SET</a:t>
            </a: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B4AE2384-BF53-F0A2-0180-A2E492A5F23D}"/>
              </a:ext>
            </a:extLst>
          </p:cNvPr>
          <p:cNvSpPr txBox="1"/>
          <p:nvPr/>
        </p:nvSpPr>
        <p:spPr>
          <a:xfrm>
            <a:off x="7645656" y="6581001"/>
            <a:ext cx="4844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b="1" dirty="0"/>
              <a:t>OUT</a:t>
            </a: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426C0508-653B-CB8C-CF69-34EE36FA4434}"/>
              </a:ext>
            </a:extLst>
          </p:cNvPr>
          <p:cNvSpPr txBox="1"/>
          <p:nvPr/>
        </p:nvSpPr>
        <p:spPr>
          <a:xfrm>
            <a:off x="8282142" y="6581001"/>
            <a:ext cx="5010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b="1" dirty="0"/>
              <a:t>NOV</a:t>
            </a: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E9F1D7B6-DF93-F2E3-30FA-FAC824235AF2}"/>
              </a:ext>
            </a:extLst>
          </p:cNvPr>
          <p:cNvSpPr txBox="1"/>
          <p:nvPr/>
        </p:nvSpPr>
        <p:spPr>
          <a:xfrm>
            <a:off x="8921444" y="6581001"/>
            <a:ext cx="4667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b="1" dirty="0"/>
              <a:t>DEZ</a:t>
            </a: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FC786AC2-ED6A-CD07-559D-6959EAFB2826}"/>
              </a:ext>
            </a:extLst>
          </p:cNvPr>
          <p:cNvSpPr txBox="1"/>
          <p:nvPr/>
        </p:nvSpPr>
        <p:spPr>
          <a:xfrm>
            <a:off x="3672750" y="4571643"/>
            <a:ext cx="3565976" cy="36933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RECEITAS VS DESPESAS POR MÊS</a:t>
            </a:r>
          </a:p>
        </p:txBody>
      </p: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8ABB0A4D-D013-DE34-A336-CD30B6EB122D}"/>
              </a:ext>
            </a:extLst>
          </p:cNvPr>
          <p:cNvSpPr txBox="1"/>
          <p:nvPr/>
        </p:nvSpPr>
        <p:spPr>
          <a:xfrm>
            <a:off x="5388842" y="6624224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EE0000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398333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92B2BB1-A3E4-C15B-B71E-673E74E85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9603"/>
            <a:ext cx="12192000" cy="4218794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AA304CC-876A-8D8D-287B-019F69B2D554}"/>
              </a:ext>
            </a:extLst>
          </p:cNvPr>
          <p:cNvSpPr txBox="1"/>
          <p:nvPr/>
        </p:nvSpPr>
        <p:spPr>
          <a:xfrm>
            <a:off x="467793" y="3328713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EE0000"/>
                </a:solidFill>
              </a:rPr>
              <a:t>X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7B56DC6-EC2B-26DB-3CC9-2FD60DC60DCC}"/>
              </a:ext>
            </a:extLst>
          </p:cNvPr>
          <p:cNvSpPr txBox="1"/>
          <p:nvPr/>
        </p:nvSpPr>
        <p:spPr>
          <a:xfrm>
            <a:off x="3315768" y="3328713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EE0000"/>
                </a:solidFill>
              </a:rPr>
              <a:t>X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3D20D47-4ADF-98D2-F188-E971DB81E8B5}"/>
              </a:ext>
            </a:extLst>
          </p:cNvPr>
          <p:cNvSpPr txBox="1"/>
          <p:nvPr/>
        </p:nvSpPr>
        <p:spPr>
          <a:xfrm>
            <a:off x="6163743" y="3328713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EE0000"/>
                </a:solidFill>
              </a:rPr>
              <a:t>X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FF77953-3F09-CA1A-8360-9B7E9F5B68FA}"/>
              </a:ext>
            </a:extLst>
          </p:cNvPr>
          <p:cNvSpPr txBox="1"/>
          <p:nvPr/>
        </p:nvSpPr>
        <p:spPr>
          <a:xfrm>
            <a:off x="9011718" y="338372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EE0000"/>
                </a:solidFill>
              </a:rPr>
              <a:t>X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4A37BA78-B0D9-80AF-519F-9F134EE16062}"/>
              </a:ext>
            </a:extLst>
          </p:cNvPr>
          <p:cNvSpPr/>
          <p:nvPr/>
        </p:nvSpPr>
        <p:spPr>
          <a:xfrm>
            <a:off x="704850" y="1857375"/>
            <a:ext cx="2475433" cy="3409950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Texto Explicativo: Linha 13">
            <a:extLst>
              <a:ext uri="{FF2B5EF4-FFF2-40B4-BE49-F238E27FC236}">
                <a16:creationId xmlns:a16="http://schemas.microsoft.com/office/drawing/2014/main" id="{F6F9DA1F-B463-69B9-02D3-4353A05B422A}"/>
              </a:ext>
            </a:extLst>
          </p:cNvPr>
          <p:cNvSpPr/>
          <p:nvPr/>
        </p:nvSpPr>
        <p:spPr>
          <a:xfrm>
            <a:off x="2505191" y="209550"/>
            <a:ext cx="2800233" cy="1002586"/>
          </a:xfrm>
          <a:prstGeom prst="borderCallout1">
            <a:avLst>
              <a:gd name="adj1" fmla="val 95738"/>
              <a:gd name="adj2" fmla="val 47931"/>
              <a:gd name="adj3" fmla="val 249903"/>
              <a:gd name="adj4" fmla="val 12622"/>
            </a:avLst>
          </a:prstGeom>
          <a:solidFill>
            <a:srgbClr val="EE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RÓTULOS DE DADOS NÃO PODEM SER CORTADOS, QUANDO EXCEDER O ESPAÇO COLOQUE PRA FICAR DENTRO DA BARRA</a:t>
            </a: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27665FE9-B7C2-C3B3-AA8B-A072B997882F}"/>
              </a:ext>
            </a:extLst>
          </p:cNvPr>
          <p:cNvSpPr/>
          <p:nvPr/>
        </p:nvSpPr>
        <p:spPr>
          <a:xfrm>
            <a:off x="2700467" y="2552701"/>
            <a:ext cx="271333" cy="342900"/>
          </a:xfrm>
          <a:prstGeom prst="ellipse">
            <a:avLst/>
          </a:prstGeom>
          <a:noFill/>
          <a:ln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BF46F763-0002-5971-648D-17C40CADF46E}"/>
              </a:ext>
            </a:extLst>
          </p:cNvPr>
          <p:cNvSpPr/>
          <p:nvPr/>
        </p:nvSpPr>
        <p:spPr>
          <a:xfrm>
            <a:off x="5605592" y="1857375"/>
            <a:ext cx="271333" cy="342900"/>
          </a:xfrm>
          <a:prstGeom prst="ellipse">
            <a:avLst/>
          </a:prstGeom>
          <a:noFill/>
          <a:ln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F815AAFD-DA00-3F8E-D955-DE07374EB626}"/>
              </a:ext>
            </a:extLst>
          </p:cNvPr>
          <p:cNvSpPr/>
          <p:nvPr/>
        </p:nvSpPr>
        <p:spPr>
          <a:xfrm>
            <a:off x="8424992" y="1857375"/>
            <a:ext cx="271333" cy="342900"/>
          </a:xfrm>
          <a:prstGeom prst="ellipse">
            <a:avLst/>
          </a:prstGeom>
          <a:noFill/>
          <a:ln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58C7A6B1-B196-9107-BFD5-B88B0A77260D}"/>
              </a:ext>
            </a:extLst>
          </p:cNvPr>
          <p:cNvSpPr/>
          <p:nvPr/>
        </p:nvSpPr>
        <p:spPr>
          <a:xfrm>
            <a:off x="11215817" y="2200275"/>
            <a:ext cx="271333" cy="342900"/>
          </a:xfrm>
          <a:prstGeom prst="ellipse">
            <a:avLst/>
          </a:prstGeom>
          <a:noFill/>
          <a:ln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F8FE73C7-8DA4-633D-3709-BFFA06EB4362}"/>
              </a:ext>
            </a:extLst>
          </p:cNvPr>
          <p:cNvCxnSpPr>
            <a:endCxn id="17" idx="1"/>
          </p:cNvCxnSpPr>
          <p:nvPr/>
        </p:nvCxnSpPr>
        <p:spPr>
          <a:xfrm>
            <a:off x="5305424" y="1212136"/>
            <a:ext cx="339904" cy="695456"/>
          </a:xfrm>
          <a:prstGeom prst="straightConnector1">
            <a:avLst/>
          </a:prstGeom>
          <a:ln>
            <a:solidFill>
              <a:srgbClr val="EE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ector de Seta Reta 23">
            <a:extLst>
              <a:ext uri="{FF2B5EF4-FFF2-40B4-BE49-F238E27FC236}">
                <a16:creationId xmlns:a16="http://schemas.microsoft.com/office/drawing/2014/main" id="{255E66C6-FFB9-3D29-B8CA-6C197A4CFF85}"/>
              </a:ext>
            </a:extLst>
          </p:cNvPr>
          <p:cNvCxnSpPr>
            <a:cxnSpLocks/>
            <a:stCxn id="14" idx="0"/>
            <a:endCxn id="19" idx="1"/>
          </p:cNvCxnSpPr>
          <p:nvPr/>
        </p:nvCxnSpPr>
        <p:spPr>
          <a:xfrm>
            <a:off x="5305424" y="710843"/>
            <a:ext cx="3159304" cy="1196749"/>
          </a:xfrm>
          <a:prstGeom prst="straightConnector1">
            <a:avLst/>
          </a:prstGeom>
          <a:ln>
            <a:solidFill>
              <a:srgbClr val="EE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>
            <a:extLst>
              <a:ext uri="{FF2B5EF4-FFF2-40B4-BE49-F238E27FC236}">
                <a16:creationId xmlns:a16="http://schemas.microsoft.com/office/drawing/2014/main" id="{0DFE1FD5-2646-F308-0B3F-42E40B1486FA}"/>
              </a:ext>
            </a:extLst>
          </p:cNvPr>
          <p:cNvCxnSpPr>
            <a:cxnSpLocks/>
            <a:stCxn id="14" idx="0"/>
            <a:endCxn id="21" idx="1"/>
          </p:cNvCxnSpPr>
          <p:nvPr/>
        </p:nvCxnSpPr>
        <p:spPr>
          <a:xfrm>
            <a:off x="5305424" y="710843"/>
            <a:ext cx="5950129" cy="1539649"/>
          </a:xfrm>
          <a:prstGeom prst="straightConnector1">
            <a:avLst/>
          </a:prstGeom>
          <a:ln>
            <a:solidFill>
              <a:srgbClr val="EE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764566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48</Words>
  <Application>Microsoft Office PowerPoint</Application>
  <PresentationFormat>Widescreen</PresentationFormat>
  <Paragraphs>26</Paragraphs>
  <Slides>2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 Neves</dc:creator>
  <cp:lastModifiedBy>Robert Neves</cp:lastModifiedBy>
  <cp:revision>1</cp:revision>
  <dcterms:created xsi:type="dcterms:W3CDTF">2026-09-20T12:27:19Z</dcterms:created>
  <dcterms:modified xsi:type="dcterms:W3CDTF">2026-09-20T12:54:15Z</dcterms:modified>
</cp:coreProperties>
</file>